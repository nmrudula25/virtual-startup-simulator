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57" r:id="rId4"/>
    <p:sldId id="272" r:id="rId5"/>
    <p:sldId id="258" r:id="rId6"/>
    <p:sldId id="273" r:id="rId7"/>
    <p:sldId id="269" r:id="rId8"/>
    <p:sldId id="261" r:id="rId9"/>
    <p:sldId id="270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E89F830E-37D9-8873-A46E-F248C87CF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743" y="790667"/>
            <a:ext cx="7293077" cy="2401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03936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MALLAREDDY ENGINEERING COLLEGE FOR WOMEN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(Autonomous Institution-UGC, Govt. of India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200"/>
              </a:spcAft>
              <a:tabLst>
                <a:tab pos="6743700" algn="l"/>
              </a:tabLst>
            </a:pPr>
            <a:r>
              <a:rPr lang="en-US" sz="1600" b="1" dirty="0"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Accredited by  NAAC with ‘A+’ Grade</a:t>
            </a:r>
            <a:endParaRPr lang="en-IN" sz="1600" b="1" dirty="0">
              <a:effectLst/>
              <a:latin typeface="Calibri" panose="020F050202020403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Approved by AICTE, Affiliated to JNTUH, ISO 9001:2015 Certified Institution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6743700" algn="l"/>
              </a:tabLst>
            </a:pPr>
            <a:r>
              <a:rPr lang="en-US" sz="16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Maisammaguda, Dhulapally, Secunderabad 500100.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tabLst>
                <a:tab pos="6743700" algn="l"/>
              </a:tabLst>
            </a:pPr>
            <a:r>
              <a:rPr lang="en-US" sz="16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03936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</a:t>
            </a:r>
            <a:r>
              <a:rPr lang="en-US" sz="16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</a:t>
            </a:r>
            <a:r>
              <a:rPr lang="en-US" sz="16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CSE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039360" algn="l"/>
              </a:tabLs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C2CA354-799C-9FD5-EF5F-5F88B3DCD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036" y="2805976"/>
            <a:ext cx="8073125" cy="1133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-19044" bIns="2539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ctr" defTabSz="914400"/>
            <a:r>
              <a:rPr lang="en-IN" sz="3200" b="1" dirty="0">
                <a:latin typeface="+mj-lt"/>
              </a:rPr>
              <a:t>Virtual </a:t>
            </a:r>
            <a:r>
              <a:rPr lang="en-IN" sz="3200" b="1" dirty="0" smtClean="0">
                <a:latin typeface="+mj-lt"/>
              </a:rPr>
              <a:t>Start-up Simulator using Artificial Intelligence and Machine Learning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  <a:t>	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="" xmlns:a16="http://schemas.microsoft.com/office/drawing/2014/main" id="{85E2D6D8-B05F-1D88-64BD-8860253D8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pic>
        <p:nvPicPr>
          <p:cNvPr id="3079" name="image1.png">
            <a:extLst>
              <a:ext uri="{FF2B5EF4-FFF2-40B4-BE49-F238E27FC236}">
                <a16:creationId xmlns="" xmlns:a16="http://schemas.microsoft.com/office/drawing/2014/main" id="{91132D7E-770B-B003-9AA6-77B410DD0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81" y="821731"/>
            <a:ext cx="1315233" cy="172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9">
            <a:extLst>
              <a:ext uri="{FF2B5EF4-FFF2-40B4-BE49-F238E27FC236}">
                <a16:creationId xmlns="" xmlns:a16="http://schemas.microsoft.com/office/drawing/2014/main" id="{172E0BBF-938D-EC8E-5571-23C48584F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49870"/>
            <a:ext cx="2981592" cy="271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-19044" bIns="2539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038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038725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	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1AE3BF3-1B19-B2DA-F5EB-524AA9762F41}"/>
              </a:ext>
            </a:extLst>
          </p:cNvPr>
          <p:cNvSpPr txBox="1"/>
          <p:nvPr/>
        </p:nvSpPr>
        <p:spPr>
          <a:xfrm>
            <a:off x="4396635" y="4421688"/>
            <a:ext cx="44155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BY:-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23RH1A05GJ-M.NAMISHNA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23RH1A05HF-N.LAKSHMI MRUDULA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24RH5A0547-N.RAJA NANDHINI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5782" y="4797467"/>
            <a:ext cx="2467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GUIDE NAME:</a:t>
            </a:r>
          </a:p>
          <a:p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Mr.K.V.RAJESH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213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525963"/>
          </a:xfrm>
        </p:spPr>
        <p:txBody>
          <a:bodyPr>
            <a:norm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/>
              <a:t>PROBLEM STATEMENT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/>
              <a:t>EXISTING SYSTEM</a:t>
            </a:r>
          </a:p>
          <a:p>
            <a:pPr algn="just"/>
            <a:r>
              <a:rPr lang="en-US" dirty="0" smtClean="0"/>
              <a:t> PROPOSED SYSTEM</a:t>
            </a:r>
          </a:p>
          <a:p>
            <a:pPr algn="just"/>
            <a:r>
              <a:rPr lang="en-US" dirty="0" smtClean="0"/>
              <a:t>ADVANTAGES </a:t>
            </a:r>
          </a:p>
          <a:p>
            <a:pPr algn="just"/>
            <a:r>
              <a:rPr lang="en-US" dirty="0" smtClean="0"/>
              <a:t>CONCLUSION </a:t>
            </a:r>
          </a:p>
          <a:p>
            <a:pPr algn="just"/>
            <a:r>
              <a:rPr lang="en-US" dirty="0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7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Aspiring entrepreneurs often lack a safe and realistic way to test startup ideas before investing time and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money.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Existing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tools provide only theoretical insights and do not simulate real-world factors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like: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Market dynamics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Investor reactions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Customer behavior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Hence, there is a need for an AI-driven virtual environment to help users experiment and learn entrepreneurial decision-making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</a:t>
            </a:r>
            <a:r>
              <a:rPr lang="en-US" dirty="0" smtClean="0"/>
              <a:t>xisting</a:t>
            </a:r>
            <a:r>
              <a:rPr dirty="0" smtClean="0"/>
              <a:t> S</a:t>
            </a:r>
            <a:r>
              <a:rPr lang="en-US" dirty="0" smtClean="0"/>
              <a:t>ystem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>
                <a:latin typeface="Times New Roman" pitchFamily="18" charset="0"/>
                <a:cs typeface="Times New Roman" pitchFamily="18" charset="0"/>
              </a:rPr>
              <a:t>Currently, aspiring entrepreneurs rely on business plan competitions, incubators, and online courses to test their ideas. These systems lack immersive, real-time simulation of startup ecosystems, making it difficult to anticipate dynamic market conditions and investor behaviors.</a:t>
            </a:r>
          </a:p>
        </p:txBody>
      </p:sp>
    </p:spTree>
    <p:extLst>
      <p:ext uri="{BB962C8B-B14F-4D97-AF65-F5344CB8AC3E}">
        <p14:creationId xmlns:p14="http://schemas.microsoft.com/office/powerpoint/2010/main" val="75660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sz="3600" dirty="0">
                <a:latin typeface="Times New Roman" pitchFamily="18" charset="0"/>
                <a:cs typeface="Times New Roman" pitchFamily="18" charset="0"/>
              </a:rPr>
              <a:t>The Virtual Startup Simulator provides an interactive platform where users </a:t>
            </a:r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can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sz="3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Create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a virtual startup by setting parameters like product quality, marketing effort, and capital.</a:t>
            </a:r>
          </a:p>
          <a:p>
            <a:pPr algn="just"/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Simulate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startup performance over time with dynamic market and competitor behavior</a:t>
            </a:r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3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Interact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with AI </a:t>
            </a:r>
            <a:r>
              <a:rPr sz="3600" dirty="0" err="1" smtClean="0"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-</a:t>
            </a:r>
          </a:p>
          <a:p>
            <a:pPr marL="0" indent="0" algn="just">
              <a:buNone/>
            </a:pPr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Investor Bot: Provides funding advice.</a:t>
            </a:r>
          </a:p>
          <a:p>
            <a:pPr marL="0" indent="0" algn="just">
              <a:buNone/>
            </a:pPr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Mentor Bot: Offers strategy improvement suggestions.</a:t>
            </a:r>
          </a:p>
          <a:p>
            <a:pPr marL="0" indent="0" algn="just">
              <a:buNone/>
            </a:pPr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Customer Bot: Gives product feedback</a:t>
            </a:r>
            <a:r>
              <a:rPr sz="3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Integrating Machine Learning Models to predict the future growth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Creating a Virtual Startup </a:t>
            </a:r>
            <a:r>
              <a:rPr lang="en-US" sz="3600" smtClean="0">
                <a:latin typeface="Times New Roman" pitchFamily="18" charset="0"/>
                <a:cs typeface="Times New Roman" pitchFamily="18" charset="0"/>
              </a:rPr>
              <a:t>Simulator app.</a:t>
            </a:r>
            <a:endParaRPr sz="3600" dirty="0">
              <a:latin typeface="Times New Roman" pitchFamily="18" charset="0"/>
              <a:cs typeface="Times New Roman" pitchFamily="18" charset="0"/>
            </a:endParaRP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T</a:t>
            </a:r>
            <a:r>
              <a:rPr lang="en-US" dirty="0" smtClean="0"/>
              <a:t>echnologies</a:t>
            </a:r>
            <a:r>
              <a:rPr dirty="0" smtClean="0"/>
              <a:t> U</a:t>
            </a:r>
            <a:r>
              <a:rPr lang="en-US" dirty="0" smtClean="0"/>
              <a:t>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AI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&amp; Simulation Engine – For investor, customer, and market behavior simulation.</a:t>
            </a:r>
          </a:p>
          <a:p>
            <a:pPr algn="just"/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NLP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&amp;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– For investor pitch feedback and customer interaction simulation.</a:t>
            </a:r>
          </a:p>
          <a:p>
            <a:pPr algn="just"/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Front-End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React, HTML, CSS – For immersive UI.</a:t>
            </a:r>
          </a:p>
          <a:p>
            <a:pPr algn="just"/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Back-End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: Python (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FastAPI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Django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) – For business logic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Machine Learning Models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05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Advantages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Safe Environment for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Experimentation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Realistic Startup Ecosystem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Simulation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AI-Driven Feedback on Business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Decisions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Enhanced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Cost-Effective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Alternative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to Real Market 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Testing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Helps to predict the growth of the startup.</a:t>
            </a:r>
          </a:p>
          <a:p>
            <a:pPr algn="just"/>
            <a:r>
              <a:rPr lang="en-IN" sz="2800" dirty="0"/>
              <a:t>Educational and user-friendly </a:t>
            </a:r>
            <a:r>
              <a:rPr lang="en-IN" sz="2800" dirty="0" smtClean="0"/>
              <a:t>platform.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75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The Virtual Startup Simulator bridges the gap between theory and real-world entrepreneurship.</a:t>
            </a: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It allows users to experiment with business strategies, analyze outcomes, and learn in a risk-free environment.</a:t>
            </a: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By integrating AI-driven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and simulations, the system helps future entrepreneurs gain insights before launching their real ventures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Using Machine Learning models we can predict the growth and sustainability of the startup idea.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R</a:t>
            </a:r>
            <a:r>
              <a:rPr lang="en-US" dirty="0" smtClean="0"/>
              <a:t>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 err="1" smtClean="0">
                <a:latin typeface="Times New Roman" pitchFamily="18" charset="0"/>
                <a:cs typeface="Times New Roman" pitchFamily="18" charset="0"/>
              </a:rPr>
              <a:t>Ries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, E. The Lean Startup. Crown Business, 2011.</a:t>
            </a:r>
          </a:p>
          <a:p>
            <a:pPr algn="just"/>
            <a:r>
              <a:rPr sz="2800" dirty="0" err="1" smtClean="0">
                <a:latin typeface="Times New Roman" pitchFamily="18" charset="0"/>
                <a:cs typeface="Times New Roman" pitchFamily="18" charset="0"/>
              </a:rPr>
              <a:t>Osterwalder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, A., &amp;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Pigneur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, Y. Business Model Generation. Wiley, 2010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800" dirty="0" err="1" smtClean="0">
                <a:latin typeface="Times New Roman" pitchFamily="18" charset="0"/>
                <a:cs typeface="Times New Roman" pitchFamily="18" charset="0"/>
              </a:rPr>
              <a:t>OpenAI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API Documentation for AI-driven simulation</a:t>
            </a:r>
            <a:r>
              <a:rPr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Research papers on AI-based decision support systems</a:t>
            </a:r>
          </a:p>
          <a:p>
            <a:pPr algn="just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Online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startup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analytics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resources.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02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83"/>
          <a:stretch/>
        </p:blipFill>
        <p:spPr bwMode="auto">
          <a:xfrm>
            <a:off x="607818" y="663879"/>
            <a:ext cx="8122823" cy="5223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051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499</Words>
  <Application>Microsoft Office PowerPoint</Application>
  <PresentationFormat>On-screen Show (4:3)</PresentationFormat>
  <Paragraphs>67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CONTENTS</vt:lpstr>
      <vt:lpstr>Problem Statement</vt:lpstr>
      <vt:lpstr>Existing System</vt:lpstr>
      <vt:lpstr>Solution Implemented</vt:lpstr>
      <vt:lpstr>Technologies Used</vt:lpstr>
      <vt:lpstr>Advantages</vt:lpstr>
      <vt:lpstr>Conclusion</vt:lpstr>
      <vt:lpstr>References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dc:description>generated using python-pptx</dc:description>
  <cp:lastModifiedBy>DELL</cp:lastModifiedBy>
  <cp:revision>14</cp:revision>
  <dcterms:created xsi:type="dcterms:W3CDTF">2013-01-27T09:14:16Z</dcterms:created>
  <dcterms:modified xsi:type="dcterms:W3CDTF">2026-01-06T14:15:38Z</dcterms:modified>
</cp:coreProperties>
</file>